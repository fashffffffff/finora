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sh/.zcode/workspace/default/finora/app/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66928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FINORA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02920" y="340156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Локальный анализ личных финансов для macOS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операции — в одном окне. Данные — только у вас.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02920" y="5623560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Рахматуллин Динар</a:t>
            </a:r>
            <a:pPr indent="0" marL="0"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МГТУ им. Н.Э. Баумана, ИУ5   ·   Венчурные игры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771632" y="6075274"/>
            <a:ext cx="435254" cy="256032"/>
          </a:xfrm>
          <a:prstGeom prst="trapezoid">
            <a:avLst/>
          </a:prstGeom>
          <a:solidFill>
            <a:srgbClr val="8A6D2F"/>
          </a:solidFill>
          <a:ln/>
        </p:spPr>
      </p:sp>
      <p:sp>
        <p:nvSpPr>
          <p:cNvPr id="8" name="Shape 5"/>
          <p:cNvSpPr/>
          <p:nvPr/>
        </p:nvSpPr>
        <p:spPr>
          <a:xfrm>
            <a:off x="11334902" y="6075274"/>
            <a:ext cx="435254" cy="256032"/>
          </a:xfrm>
          <a:prstGeom prst="trapezoid">
            <a:avLst/>
          </a:prstGeom>
          <a:solidFill>
            <a:srgbClr val="8A6D2F"/>
          </a:solidFill>
          <a:ln/>
        </p:spPr>
      </p:sp>
      <p:sp>
        <p:nvSpPr>
          <p:cNvPr id="9" name="Shape 6"/>
          <p:cNvSpPr/>
          <p:nvPr/>
        </p:nvSpPr>
        <p:spPr>
          <a:xfrm>
            <a:off x="11053267" y="5742432"/>
            <a:ext cx="435254" cy="256032"/>
          </a:xfrm>
          <a:prstGeom prst="trapezoid">
            <a:avLst/>
          </a:prstGeom>
          <a:solidFill>
            <a:srgbClr val="D4A542"/>
          </a:solidFill>
          <a:ln/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Деньги есть везде. Понимания — нигде.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834640" y="1901952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операций в месяц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 активного пользователя — банковское приложение показывает список, но не картину: на что реально уходят деньги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127248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6499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834640" y="3438144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данных — на чужих серверах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сторонние агрегаторы хранят выписки в облаке и требуют доступ к банку навсегда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901184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834640" y="4974336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гарантий приватности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облачный «умный анализ» означает отправку полной финансовой истории сторонней модели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Источники: поведенческие паттерны активных пользователей; устройства рынка PFM-сервисов (иллюстративно).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деньги — в одном окне.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— только у вас.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7490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Finora — локальное приложение для macOS: операции приходят из банка, раскладываются по категориям и превращаются в понятную статистику и цели. Обработка и хранение — только на компьютере пользователя.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20840" y="960120"/>
            <a:ext cx="4956048" cy="1170432"/>
          </a:xfrm>
          <a:prstGeom prst="roundRect">
            <a:avLst>
              <a:gd name="adj" fmla="val 7031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1216152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7" name="Text 5"/>
          <p:cNvSpPr/>
          <p:nvPr/>
        </p:nvSpPr>
        <p:spPr>
          <a:xfrm>
            <a:off x="7296912" y="11155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операции в одном месте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из банка, поиск, фильтры, любой период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720840" y="2313432"/>
            <a:ext cx="4956048" cy="1170432"/>
          </a:xfrm>
          <a:prstGeom prst="roundRect">
            <a:avLst>
              <a:gd name="adj" fmla="val 7031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2569464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10" name="Text 8"/>
          <p:cNvSpPr/>
          <p:nvPr/>
        </p:nvSpPr>
        <p:spPr>
          <a:xfrm>
            <a:off x="7296912" y="2468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Статистика без усилий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категории, динамика, крупные траты, наблюдения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20840" y="3666744"/>
            <a:ext cx="4956048" cy="1170432"/>
          </a:xfrm>
          <a:prstGeom prst="roundRect">
            <a:avLst>
              <a:gd name="adj" fmla="val 7031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3922776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13" name="Text 11"/>
          <p:cNvSpPr/>
          <p:nvPr/>
        </p:nvSpPr>
        <p:spPr>
          <a:xfrm>
            <a:off x="7296912" y="38221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Цели вместо тревоги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копить на ноутбук или поездку с видимым прогрессом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20840" y="5020056"/>
            <a:ext cx="4956048" cy="1170432"/>
          </a:xfrm>
          <a:prstGeom prst="roundRect">
            <a:avLst>
              <a:gd name="adj" fmla="val 7031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5276088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16" name="Text 14"/>
          <p:cNvSpPr/>
          <p:nvPr/>
        </p:nvSpPr>
        <p:spPr>
          <a:xfrm>
            <a:off x="7296912" y="517550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Готовность к локальному AI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слой классификации заменяется без правок интерфейса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Дашборд: вся картина за любой период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29968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659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Баланс, доходы, расходы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главные цифры периода и свободные деньги — то, что можно отложить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419856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355848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Наблюдения о привычках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подписки, норма сбережений, траты выходных — на правилах, без отправки данных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809744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745736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Гибкие периоды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месяц, квартал, год или произвольный диапазон — статистика пересчитывается мгновенно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Экран «Главная» прототипа · демонстрационные данные, 12 месяцев истории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02936" y="1728216"/>
            <a:ext cx="6601968" cy="3974157"/>
          </a:xfrm>
          <a:prstGeom prst="roundRect">
            <a:avLst>
              <a:gd name="adj" fmla="val 1841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pic>
        <p:nvPicPr>
          <p:cNvPr id="12" name="Image 0" descr="/Users/fash/.zcode/workspace/default/finora/website/assets/app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783080"/>
            <a:ext cx="6492240" cy="386442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Честность вместо догадок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5577840" cy="3357154"/>
          </a:xfrm>
          <a:prstGeom prst="roundRect">
            <a:avLst>
              <a:gd name="adj" fmla="val 2179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pic>
        <p:nvPicPr>
          <p:cNvPr id="5" name="Image 0" descr="/Users/fash/.zcode/workspace/default/finora/website/assets/app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56232"/>
            <a:ext cx="5486400" cy="3265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28653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Разобрать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неопределённые операции попадают в очередь: «перевод 25 000 ₽ — на что потрачены?» — один клик, и статистика точна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45352" y="1810512"/>
            <a:ext cx="5577840" cy="3357154"/>
          </a:xfrm>
          <a:prstGeom prst="roundRect">
            <a:avLst>
              <a:gd name="adj" fmla="val 2179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pic>
        <p:nvPicPr>
          <p:cNvPr id="8" name="Image 1" descr="/Users/fash/.zcode/workspace/default/finora/website/assets/app-analy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856232"/>
            <a:ext cx="5486400" cy="3265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1072" y="528653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Аналитика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расходов, динамика за 12 месяцев, крупные траты и сравнение периодов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РАБОТАЕТ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Конвейер данных — целиком на вашем Mac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04088" y="28529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Банк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4088" y="3255264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операций: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 — демо-источник,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 — Т-Банк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28529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Нормализация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57016" y="3255264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единый формат,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типы операций,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переводы между счетами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16168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08776" y="210312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9944" y="28529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Классификатор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09944" y="3255264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категории по правилам;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3 — локальная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AI-модель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69096" y="2880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61704" y="2103120"/>
            <a:ext cx="2542032" cy="2103120"/>
          </a:xfrm>
          <a:prstGeom prst="roundRect">
            <a:avLst>
              <a:gd name="adj" fmla="val 3913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62872" y="28529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Аналитика и цели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262872" y="3255264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сводки, динамика,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крупные траты,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наблюдения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1206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 слоёв — без переделки: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демо-источник меняется на настоящий банк, правила — на локальную AI-модель. Интерфейс, хранилище и аналитика остаются как есть.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ПРИВАТНОСТЬ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Privacy-first — это архитектура, а не настройка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57784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серверов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352544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аккаунтов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8147304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владелец данных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4315968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251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не покидают компьютер  </a:t>
            </a:r>
            <a:pPr indent="0" marL="0"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хранение и аналитика — локально, экспорт — в любой момент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0" y="4882896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818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 к банку — только чтение  </a:t>
            </a:r>
            <a:pPr indent="0" marL="0"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без права платежей и без пароля от банка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5449824"/>
            <a:ext cx="128016" cy="128016"/>
          </a:xfrm>
          <a:prstGeom prst="rect">
            <a:avLst/>
          </a:prstGeom>
          <a:solidFill>
            <a:srgbClr val="D4A54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538581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Облачный AI исключён  </a:t>
            </a:r>
            <a:pPr indent="0" marL="0">
              <a:buNone/>
            </a:pPr>
            <a:r>
              <a:rPr lang="en-US" sz="14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будущий анализ — только локальной моделью на Mac, или никак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Слои вместо монолита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Стек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Tauri 2 + Rust (Cargo)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нативная оболочка macOS, лёгкая и быстрая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4015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без фреймворков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интерфейс, роутер и компоненты — свои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424281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Собственные SVG-графики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донаты, столбцы, спарклайны — без библиотек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508406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Локальное хранение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и настройки — на компьютере пользователя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1C1812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Подключаемые модули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BankProvider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990088"/>
            <a:ext cx="2395728" cy="713232"/>
          </a:xfrm>
          <a:prstGeom prst="roundRect">
            <a:avLst>
              <a:gd name="adj" fmla="val 8974"/>
            </a:avLst>
          </a:prstGeom>
          <a:solidFill>
            <a:srgbClr val="241F16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99008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MockBankProvider — сейчас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0536" y="3081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44584" y="2990088"/>
            <a:ext cx="2395728" cy="713232"/>
          </a:xfrm>
          <a:prstGeom prst="roundRect">
            <a:avLst>
              <a:gd name="adj" fmla="val 8974"/>
            </a:avLst>
          </a:prstGeom>
          <a:solidFill>
            <a:srgbClr val="241F16"/>
          </a:solidFill>
          <a:ln w="12700">
            <a:solidFill>
              <a:srgbClr val="8A6D2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336024" y="299008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TBankProvider — этап 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4087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4471416"/>
            <a:ext cx="2395728" cy="713232"/>
          </a:xfrm>
          <a:prstGeom prst="roundRect">
            <a:avLst>
              <a:gd name="adj" fmla="val 8974"/>
            </a:avLst>
          </a:prstGeom>
          <a:solidFill>
            <a:srgbClr val="241F16"/>
          </a:solidFill>
          <a:ln w="12700">
            <a:solidFill>
              <a:srgbClr val="352C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47141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 — сейчас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0536" y="45628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44584" y="4471416"/>
            <a:ext cx="2395728" cy="713232"/>
          </a:xfrm>
          <a:prstGeom prst="roundRect">
            <a:avLst>
              <a:gd name="adj" fmla="val 8974"/>
            </a:avLst>
          </a:prstGeom>
          <a:solidFill>
            <a:srgbClr val="241F16"/>
          </a:solidFill>
          <a:ln w="12700">
            <a:solidFill>
              <a:srgbClr val="8A6D2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336024" y="447141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LocalAI (Ollama) — этап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56601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Контракты слоёв зафиксированы: новый банк или модель = один класс, без правок интерфейса и данных.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ДОРОЖНАЯ КАРТА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прототипа — к локальному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10607040" cy="0"/>
          </a:xfrm>
          <a:prstGeom prst="line">
            <a:avLst/>
          </a:prstGeom>
          <a:noFill/>
          <a:ln w="25400">
            <a:solidFill>
              <a:srgbClr val="352C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2450592"/>
            <a:ext cx="329184" cy="329184"/>
          </a:xfrm>
          <a:prstGeom prst="oval">
            <a:avLst/>
          </a:prstGeom>
          <a:solidFill>
            <a:srgbClr val="D4A542"/>
          </a:solidFill>
          <a:ln w="19050">
            <a:solidFill>
              <a:srgbClr val="D4A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Прототип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B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ГОТОВО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экранов, 12 месяцев демо-истории, правила классификации, цели, темы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47288" y="2450592"/>
            <a:ext cx="329184" cy="329184"/>
          </a:xfrm>
          <a:prstGeom prst="oval">
            <a:avLst/>
          </a:prstGeom>
          <a:solidFill>
            <a:srgbClr val="241F16"/>
          </a:solidFill>
          <a:ln w="19050">
            <a:solidFill>
              <a:srgbClr val="D4A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Реальный банк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9272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РАБОТЕ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9272" y="3749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TBankProvider на Rust-ядре, авто-синхронизация, локальная БД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450592"/>
            <a:ext cx="329184" cy="329184"/>
          </a:xfrm>
          <a:prstGeom prst="oval">
            <a:avLst/>
          </a:prstGeom>
          <a:solidFill>
            <a:srgbClr val="241F16"/>
          </a:solidFill>
          <a:ln w="19050">
            <a:solidFill>
              <a:srgbClr val="D4A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35624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Локальный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35624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35624" y="3749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разбор сложных операций и советы «где сэкономить» на Ollama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79992" y="2450592"/>
            <a:ext cx="329184" cy="329184"/>
          </a:xfrm>
          <a:prstGeom prst="oval">
            <a:avLst/>
          </a:prstGeom>
          <a:solidFill>
            <a:srgbClr val="241F16"/>
          </a:solidFill>
          <a:ln w="19050">
            <a:solidFill>
              <a:srgbClr val="D4A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51976" y="1965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51976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Другие банки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51976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ПЛАН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51976" y="3749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новый банк = один класс-провайдер за стабильным контрактом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577840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7790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Принцип приватности неизменен на всех этапах: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никаких облаков, никаких облачных моделей, обработка — только на устройстве пользователя.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88213"/>
            <a:ext cx="373075" cy="219456"/>
          </a:xfrm>
          <a:prstGeom prst="trapezoid">
            <a:avLst/>
          </a:prstGeom>
          <a:solidFill>
            <a:srgbClr val="8A6D2F"/>
          </a:solidFill>
          <a:ln/>
        </p:spPr>
      </p:sp>
      <p:sp>
        <p:nvSpPr>
          <p:cNvPr id="3" name="Shape 1"/>
          <p:cNvSpPr/>
          <p:nvPr/>
        </p:nvSpPr>
        <p:spPr>
          <a:xfrm>
            <a:off x="985723" y="788213"/>
            <a:ext cx="373075" cy="219456"/>
          </a:xfrm>
          <a:prstGeom prst="trapezoid">
            <a:avLst/>
          </a:prstGeom>
          <a:solidFill>
            <a:srgbClr val="8A6D2F"/>
          </a:solidFill>
          <a:ln/>
        </p:spPr>
      </p:sp>
      <p:sp>
        <p:nvSpPr>
          <p:cNvPr id="4" name="Shape 2"/>
          <p:cNvSpPr/>
          <p:nvPr/>
        </p:nvSpPr>
        <p:spPr>
          <a:xfrm>
            <a:off x="744322" y="502920"/>
            <a:ext cx="373075" cy="219456"/>
          </a:xfrm>
          <a:prstGeom prst="trapezoid">
            <a:avLst/>
          </a:prstGeom>
          <a:solidFill>
            <a:srgbClr val="D4A54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373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Финансы — самое личное.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D4A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оно остаётся у вас.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886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Посмотрите живую демонстрацию: сайт и интерактивный прототип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D4A54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43484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A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finora-app-ai.netlify.app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5623560"/>
            <a:ext cx="11183112" cy="0"/>
          </a:xfrm>
          <a:prstGeom prst="line">
            <a:avLst/>
          </a:prstGeom>
          <a:noFill/>
          <a:ln w="12700">
            <a:solidFill>
              <a:srgbClr val="352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9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Рахматуллин Динар   </a:t>
            </a:r>
            <a:pPr indent="0" marL="0">
              <a:buNone/>
            </a:pPr>
            <a:r>
              <a:rPr lang="en-US" sz="1350" dirty="0">
                <a:solidFill>
                  <a:srgbClr val="A99F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dinar.rahmatulin2001@gmail.com   ·   @zxcghoulkaneki   ·   МГТУ им. Н.Э. Баумана, ИУ5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Finora — локальный анализ личных финансов</dc:title>
  <dc:subject>PptxGenJS Presentation</dc:subject>
  <dc:creator>Рахматуллин Динар</dc:creator>
  <cp:lastModifiedBy>Рахматуллин Динар</cp:lastModifiedBy>
  <cp:revision>1</cp:revision>
  <dcterms:created xsi:type="dcterms:W3CDTF">2026-09-16T21:15:26Z</dcterms:created>
  <dcterms:modified xsi:type="dcterms:W3CDTF">2026-09-16T21:15:26Z</dcterms:modified>
</cp:coreProperties>
</file>