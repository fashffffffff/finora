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FINORA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880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Личный финансовый агент, который живёт у тебя,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 не в облаке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Стратегия продукта и рынка · сентябрь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11173"/>
            <a:ext cx="373075" cy="219456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7" name="Shape 5"/>
          <p:cNvSpPr/>
          <p:nvPr/>
        </p:nvSpPr>
        <p:spPr>
          <a:xfrm>
            <a:off x="985723" y="1611173"/>
            <a:ext cx="373075" cy="219456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8" name="Shape 6"/>
          <p:cNvSpPr/>
          <p:nvPr/>
        </p:nvSpPr>
        <p:spPr>
          <a:xfrm>
            <a:off x="744322" y="1325880"/>
            <a:ext cx="373075" cy="219456"/>
          </a:xfrm>
          <a:prstGeom prst="trapezoid">
            <a:avLst/>
          </a:prstGeom>
          <a:solidFill>
            <a:srgbClr val="D4A542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1920240"/>
            <a:ext cx="2880360" cy="2651760"/>
          </a:xfrm>
          <a:prstGeom prst="roundRect">
            <a:avLst>
              <a:gd name="adj" fmla="val 310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10" name="Image 0" descr="/Users/fash/Desktop/Finora-dev/website/assets/app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15400" y="2057400"/>
            <a:ext cx="2606040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Деньги считают все — понимать их не помогает никто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Банки показывают прошлое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Статистика «что было» есть в каждом приложении. Никто не объясняет, что делать и почему это происходит.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банков — облако и один банк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53712" y="2743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Ассистенты (Тая, GigaChat) видят только свой банк, отправляют данные в облако и не разбирают траты проактивно.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47304" y="16916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Финтрекеры — ручной труд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75904" y="2743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Десятки приложений учёта без агента: сам вноси, сам разбирай. И оплата из РФ затруднена.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Результат: у человека есть графики, но нет того, кто помогает с деньгами — и это при том, что данные лежат где угодно, только не у него.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Finora — агент, а не трекер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Сам разбирает операции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непонятные траты — вопрос от агента с кнопками «Ответить» / «Не важно»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487168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Отвечает с твоими цифрами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баланс, категории и цели считает приложение — модель не может наврать в числах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236976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Работает локально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запускается на устройстве: данные не покидают его архитектурно, а не обещанием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986784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Кросс-банковый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счета в одном месте — банковские ассистенты видят только свой банк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864608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736592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Дообучена своя модель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QLoRA поверх открытой Qwen3.5-4B: адаптер 20 МБ, обучение 13 минут на Mac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160020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16" name="Image 0" descr="/Users/fash/Desktop/Finora-dev/website/assets/app-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783080"/>
            <a:ext cx="3703320" cy="3840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 этажа одного движка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· Mac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Локальная модель на устройстве, приватность архитектурно, нулевые переменные затраты. Разовая покупка 1 490–2 990 ₽.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8A6D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3712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6–18 месяцев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3712" y="27889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Веб-версия и Android, облачные модели в RU-юрисдикции (GigaChat / YandexGPT / Qwen). Подписка 199–299 ₽/мес.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47304" y="16916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8FB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Параллельно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7889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Белый лейбл движка банкам: AI-советник в приложении банка без отправки данных клиентов в облако. Лицензия.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52578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движок, три источника выручки. Локальность — не ограничение, а аргумент и для розницы, и для банков.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РЫНОК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Рынок платит, но болеет — и это окно входа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Подписки есть и они платные: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Дзен-мани — 1 490 ₽/год, CoinKeeper — 999–1 790 ₽/год. Люди уже привыкли платить за фин-сервисы.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523744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Оплата из РФ затруднена: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зарубежные сторы не принимают российские карты (обход с комиссией 450–550 ₽). У нас — прямые рублёвые платежи с первого дня.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38144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310128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AI-ассистенты банков — облачные: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«Тая» и «Вселенная ассистентов» Т-Банка, GigaChat Сбера — внутри одного банка, без агента по тратам. Локального аналога нет.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096512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Облачные LLM дешевеют: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GigaChat Lite подешевел на 67,5% с октября 2025 (до 0,065 ₽/1000 токенов) — облачная версия становится маржинальной.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5010912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882896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Регуляторный ветер: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тренд на локализацию данных в РФ играет за локальную архитектуру.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ЮНИТ-ЭКОНОМИКА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Экономика сходится с запасом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70–220 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переменные затраты на самого активного облачного пользователя в месяц (GigaChat Lite, ~1,1 млн токенов)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249 ₽/мес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подписка Cloud: маржа положительная даже на тяжёлом пользователе; тариф «по использованию» снимает риск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77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₽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переменные затраты в Local: модель на устройстве. Разовая покупка = почти 100% маржи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7947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977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контракт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B2B-лицензия движка банку потенциально сопоставима с годовой розничной выручкой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Свой движок — уже работающий прототип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QLoRA-дообучение на Mac: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фреймворк Apple MLX, 4-битная база Qwen3.5-4B, 213 диалогов, цикл 13 минут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48716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Адаптер 20 МБ вместо 2,7 ГБ: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обновление советника — секунды, без перекачки модели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236976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Metal-ускорение: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на видеокарте Mac; единая память — без копий модели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986784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Числа не может наврать: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баланс и категории считает приложение, модель формулирует ответ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864608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736592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Прототип — нативное приложение: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Tauri 2 + Rust, установщик ~6 МБ, 20 000 операций за ~11 мс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160020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16" name="Image 0" descr="/Users/fash/Desktop/Finora-dev/website/assets/app-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783080"/>
            <a:ext cx="3703320" cy="3840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операции попадают в Finora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1 — импорт выписки: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любой банк РФ отдаёт CSV/PDF за минуту. Легально, универсально, готово к MVP. «Перетащи файл — всё разложено».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523744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2 — пуш-уведомления и SMS: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полуавтоматизация без доступа к интернет-банку.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38144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310128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3 — партнёрство с банком: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продажа Этажа B2B: у партнёра данные текут напрямую.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096512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Наличка — ручное добавление: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касания (+ скан чека позже). Гигиена, не дифференциатор.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Открытого банковского API в РФ нет (нет аналога PSD2) — поэтому стратегия данных построена на выписках и партнёрствах, а не на хрупких обходах.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Кому продаём и через какой контент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Первая аудитория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50545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Фрилансеры и самозанятые — не хотят отдавать счета облакам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32841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Техно-аудитория Mac — ранние последователи, дают фидбек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4023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Люди с болью утечек данных — их в России десятки миллионов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Каналы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250545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VK Клипы + Telegram — основа продвижения в РФ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32369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 Shorts — работает, несмотря на замедление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396849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20" name="Text 18"/>
          <p:cNvSpPr/>
          <p:nvPr/>
        </p:nvSpPr>
        <p:spPr>
          <a:xfrm>
            <a:off x="6693408" y="3840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TikTok — для глобальной версии (из РФ загрузки закрыты с 2022)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92240" y="470001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22" name="Text 20"/>
          <p:cNvSpPr/>
          <p:nvPr/>
        </p:nvSpPr>
        <p:spPr>
          <a:xfrm>
            <a:off x="6693408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Формат: «агент нашёл утечку 8 000 ₽/мес» — скрин диалога с цифрами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ОБЪЁМ РЫНКА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TAM / SAM / SOM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~100 млн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пользователи онлайн-банкинга в РФ — рынок персональных финансов как таковой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965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0,5–1 млрд ₽/год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53712" y="2834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платящие подписчики финтрекеров (~300–700 тыс. человек × ~1 500 ₽/год) — те, кто готов платить за сервис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173736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1965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3–8 млн ₽ (год 1)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75904" y="2834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3–10 тыс. платящих в B2C + один B2B-пилот, сопоставимый с годовой розницей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Оценки консервативные; детальный пересчёт — после исследования цен и числа платящих у конкурентов.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РИСКИ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Видим риски — знаем, как закрываем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0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Банки скопируют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23360" y="1645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и есть поставщик для банков (B2B); кросс-банковость банк себе не сделает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0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банков уже есть AI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23360" y="2514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Тая и GigaChat — облако и один банк; наш агент — локальный, кросс-банковый, проактивный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0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Приватность — ниша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23360" y="33832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Cloud-этаж для мейнстрима; локальность — дифференциатор и главный B2B-аргумент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0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Mac-аудитория мала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23360" y="4251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Cloud-этаж: веб + Android, модель на сервере в RU-юрисдикции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0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API-расходы съедят подписку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0" y="5120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GigaChat Lite ~70–220 ₽/мес на самого активного; тариф «по использованию»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ДОРОЖНАЯ КАРТА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дальше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0–3 мес: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парсер выписок CSV/PDF, лендинг с предзаказом, 10–15 интервью с аудиторией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55117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423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3–6 мес: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релиз Local-версии (разовая покупка), агентные вопросы по тратам, история чата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28269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54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6–18 мес: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Cloud-этаж: веб + Android, подписка, RU-облачные модели; питч B2B-пилота банкам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014216"/>
            <a:ext cx="82296" cy="82296"/>
          </a:xfrm>
          <a:prstGeom prst="ellipse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886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Глобал:  </a:t>
            </a:r>
            <a:pPr indent="0" marL="0"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международная версия + TikTok/Shorts-продвижение за пределами РФ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83112" cy="1600200"/>
          </a:xfrm>
          <a:prstGeom prst="roundRect">
            <a:avLst>
              <a:gd name="adj" fmla="val 514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920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Питч:  </a:t>
            </a:r>
            <a:pPr indent="0" marL="0">
              <a:buNone/>
            </a:pPr>
            <a:r>
              <a:rPr lang="en-US" sz="155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«Финансовый агент, который живёт у тебя, а не в облаке: сам разбирает траты, сам спрашивает, работает офлайн — и уже работает. Прототип с дообученной моделью на Mac — сегодня; веб, Android и лицензия банкам — завтра».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Finora — личный финансовый агент (стратегия)</dc:title>
  <dc:subject>PptxGenJS Presentation</dc:subject>
  <dc:creator>Рахматуллин Динар</dc:creator>
  <cp:lastModifiedBy>Рахматуллин Динар</cp:lastModifiedBy>
  <cp:revision>1</cp:revision>
  <dcterms:created xsi:type="dcterms:W3CDTF">2026-09-19T15:27:01Z</dcterms:created>
  <dcterms:modified xsi:type="dcterms:W3CDTF">2026-09-19T15:27:01Z</dcterms:modified>
</cp:coreProperties>
</file>